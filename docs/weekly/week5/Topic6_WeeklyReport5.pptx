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描述漏报 %</c:v>
                </c:pt>
              </c:strCache>
            </c:strRef>
          </c:tx>
          <c:dPt>
            <c:idx val="0"/>
            <c:spPr>
              <a:solidFill>
                <a:srgbClr val="0E67B5"/>
              </a:solidFill>
            </c:spPr>
          </c:dPt>
          <c:dPt>
            <c:idx val="1"/>
            <c:spPr>
              <a:solidFill>
                <a:srgbClr val="B8860B"/>
              </a:solidFill>
            </c:spPr>
          </c:dPt>
          <c:dPt>
            <c:idx val="2"/>
            <c:spPr>
              <a:solidFill>
                <a:srgbClr val="1F8A70"/>
              </a:solidFill>
            </c:spPr>
          </c:dPt>
          <c:dPt>
            <c:idx val="3"/>
            <c:spPr>
              <a:solidFill>
                <a:srgbClr val="8E44AD"/>
              </a:solidFill>
            </c:spPr>
          </c:dPt>
          <c:cat>
            <c:strRef>
              <c:f>Sheet1!$A$2:$A$5</c:f>
              <c:strCache>
                <c:ptCount val="4"/>
                <c:pt idx="0">
                  <c:v>原版</c:v>
                </c:pt>
                <c:pt idx="1">
                  <c:v>S2-2datasets</c:v>
                </c:pt>
                <c:pt idx="2">
                  <c:v>S2-6datasets</c:v>
                </c:pt>
                <c:pt idx="3">
                  <c:v>S2-CheXpertPlus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29.2</c:v>
                </c:pt>
                <c:pt idx="1">
                  <c:v>68.46</c:v>
                </c:pt>
                <c:pt idx="2">
                  <c:v>13.76</c:v>
                </c:pt>
                <c:pt idx="3">
                  <c:v>14.01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14263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CFBA"/>
            </a:solidFill>
          </a:ln>
        </c:spPr>
        <c:txPr>
          <a:bodyPr/>
          <a:lstStyle/>
          <a:p>
            <a:pPr>
              <a:defRPr sz="1200">
                <a:solidFill>
                  <a:srgbClr val="3D4E63"/>
                </a:solidFill>
                <a:latin typeface="Arial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8CFB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577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这周把老师要求的两个新模型都训练完、评测完了。最重要的结果：描述胸片时把病说成正常的比例，从现在部署的模型的 68.5% 降到 13.8%；病理图问答从 76.8 涨到 92.7。漏报的判断还用 CheXbert 交叉核对过，和原来的关键词判断 95.6% 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第一，S2-6datasets：六个数据集只用训练部分，测试题一道都没进训练，VQA-RAD 还去掉了问测试图片的题。第二，S2-CheXpertPlus：只用一万对胸片和报告训练。第三，完整评测，漏报用 CheXbert 再核一遍。第四，给苏学长准备了对比接口和文档。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绿色是每一列最好的。S2-6datasets 在医学问答、病理图、医师考试、描述漏报上都是最好或接近最好；S2-CheXpertPlus 只练胸片报告，所以短答题回到原版水平，但胸片描述的区分能力最高。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左边是最关键的一张图：病片被描述成正常的比例。现在部署的 S2-2datasets 是 68.5%，两个新模型都降到 14% 左右。结论是可靠性主要靠训练数据。两个新模型各有所长。另外 CheXbert 独立复核，结论成立。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下一步四件事：一，经世龙同意后把线上模型换成 S2-6datasets；二，为论文做两个可靠性功能，一致性检查和不确定提示；三，中文问答，SLAKE 本来就有中文题，先测再训；四，用第二个种子确认结果，CheXbert 判完全部模型，论文题目 16 号定稿。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zh-CN">
                <a:solidFill>
                  <a:srgbClr val="D9B45A"/>
                </a:solidFill>
                <a:latin typeface="Arial"/>
                <a:ea typeface="Microsoft YaHei"/>
              </a:rPr>
              <a:t>Topic 6 · Task 1.3 · 第 5 周汇报 · Week 5 · 2026-10-15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lang="zh-CN">
                <a:solidFill>
                  <a:srgbClr val="FFFFFF"/>
                </a:solidFill>
                <a:latin typeface="Microsoft YaHei"/>
                <a:ea typeface="Microsoft YaHei"/>
              </a:rPr>
              <a:t>两个新模型训练与评测完成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lang="zh-CN">
                <a:solidFill>
                  <a:srgbClr val="C9D3E0"/>
                </a:solidFill>
                <a:latin typeface="Arial"/>
                <a:ea typeface="Microsoft YaHei"/>
              </a:rPr>
              <a:t>Two new 35B models trained and evaluated: S2-6datasets &amp; S2-CheXpertPlus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657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lang="zh-CN">
                <a:solidFill>
                  <a:srgbClr val="1F8A70"/>
                </a:solidFill>
                <a:latin typeface="Arial"/>
                <a:ea typeface="Microsoft YaHei"/>
              </a:rPr>
              <a:t>68.5% → 13.8%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262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lang="zh-CN">
                <a:solidFill>
                  <a:srgbClr val="FFFFFF"/>
                </a:solidFill>
                <a:latin typeface="Microsoft YaHei"/>
                <a:ea typeface="Microsoft YaHei"/>
              </a:rPr>
              <a:t>成人胸片描述漏报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C9D3E0"/>
                </a:solidFill>
                <a:latin typeface="Arial"/>
                <a:ea typeface="Microsoft YaHei"/>
              </a:rPr>
              <a:t>Missed findings in descriptions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2900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3657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lang="zh-CN">
                <a:solidFill>
                  <a:srgbClr val="1F8A70"/>
                </a:solidFill>
                <a:latin typeface="Arial"/>
                <a:ea typeface="Microsoft YaHei"/>
              </a:rPr>
              <a:t>76.8 → 92.7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5262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lang="zh-CN">
                <a:solidFill>
                  <a:srgbClr val="FFFFFF"/>
                </a:solidFill>
                <a:latin typeface="Microsoft YaHei"/>
                <a:ea typeface="Microsoft YaHei"/>
              </a:rPr>
              <a:t>病理图问答（PathVQA）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C9D3E0"/>
                </a:solidFill>
                <a:latin typeface="Arial"/>
                <a:ea typeface="Microsoft YaHei"/>
              </a:rPr>
              <a:t>Pathology VQA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42900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657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lang="zh-CN">
                <a:solidFill>
                  <a:srgbClr val="D9B45A"/>
                </a:solidFill>
                <a:latin typeface="Arial"/>
                <a:ea typeface="Microsoft YaHei"/>
              </a:rPr>
              <a:t>95.6%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5262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lang="zh-CN">
                <a:solidFill>
                  <a:srgbClr val="FFFFFF"/>
                </a:solidFill>
                <a:latin typeface="Microsoft YaHei"/>
                <a:ea typeface="Microsoft YaHei"/>
              </a:rPr>
              <a:t>CheXbert 与关键词判定一致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C9D3E0"/>
                </a:solidFill>
                <a:latin typeface="Arial"/>
                <a:ea typeface="Microsoft YaHei"/>
              </a:rPr>
              <a:t>Judge agreement (CheXbert)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C9D3E0"/>
                </a:solidFill>
                <a:latin typeface="Arial"/>
                <a:ea typeface="Microsoft YaHei"/>
              </a:rPr>
              <a:t>Chunqian Loo · Intern-S2-Preview 35B · LoRA SFT · 单次训练 single 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lang="zh-CN">
                <a:solidFill>
                  <a:srgbClr val="14263B"/>
                </a:solidFill>
                <a:latin typeface="Microsoft YaHei"/>
                <a:ea typeface="Microsoft YaHei"/>
              </a:rPr>
              <a:t>本周完成的工作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zh-CN">
                <a:solidFill>
                  <a:srgbClr val="8C8577"/>
                </a:solidFill>
                <a:latin typeface="Arial"/>
                <a:ea typeface="Microsoft YaHei"/>
              </a:rPr>
              <a:t>What I did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zh-CN">
                <a:solidFill>
                  <a:srgbClr val="14263B"/>
                </a:solidFill>
                <a:latin typeface="Arial"/>
                <a:ea typeface="Microsoft YaHei"/>
              </a:rPr>
              <a:t>S2-6datasets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lang="zh-CN">
                <a:solidFill>
                  <a:srgbClr val="3D4E63"/>
                </a:solidFill>
                <a:latin typeface="Microsoft YaHei"/>
                <a:ea typeface="Microsoft YaHei"/>
              </a:rPr>
              <a:t>六个数据集的训练部分，共 15,953 条；自动去除与测试题重叠的样本（VQA-RAD 去掉 1,059 题）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8C8577"/>
                </a:solidFill>
                <a:latin typeface="Arial"/>
                <a:ea typeface="Microsoft YaHei"/>
              </a:rPr>
              <a:t>6 datasets, train splits only, test overlap removed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9659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zh-CN">
                <a:solidFill>
                  <a:srgbClr val="14263B"/>
                </a:solidFill>
                <a:latin typeface="Arial"/>
                <a:ea typeface="Microsoft YaHei"/>
              </a:rPr>
              <a:t>S2-CheXpertPlus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lang="zh-CN">
                <a:solidFill>
                  <a:srgbClr val="3D4E63"/>
                </a:solidFill>
                <a:latin typeface="Microsoft YaHei"/>
                <a:ea typeface="Microsoft YaHei"/>
              </a:rPr>
              <a:t>1 万对胸片 → 报告；数据在服务器内网传输，1 万个文件逐个核对无误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8C8577"/>
                </a:solidFill>
                <a:latin typeface="Arial"/>
                <a:ea typeface="Microsoft YaHei"/>
              </a:rPr>
              <a:t>10k X-ray → report pairs, every file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0E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434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zh-CN">
                <a:solidFill>
                  <a:srgbClr val="14263B"/>
                </a:solidFill>
                <a:latin typeface="Microsoft YaHei"/>
                <a:ea typeface="Microsoft YaHei"/>
              </a:rPr>
              <a:t>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98348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lang="zh-CN">
                <a:solidFill>
                  <a:srgbClr val="3D4E63"/>
                </a:solidFill>
                <a:latin typeface="Microsoft YaHei"/>
                <a:ea typeface="Microsoft YaHei"/>
              </a:rPr>
              <a:t>四项基础测试 + 四个外部数据集 + 3,189 张成人胸片；用 CheXbert 复核漏报判断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8C8577"/>
                </a:solidFill>
                <a:latin typeface="Arial"/>
                <a:ea typeface="Microsoft YaHei"/>
              </a:rPr>
              <a:t>Full evaluation, missed findings re-checked with CheXbert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6908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4343400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3434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zh-CN">
                <a:solidFill>
                  <a:srgbClr val="14263B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98348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lang="zh-CN">
                <a:solidFill>
                  <a:srgbClr val="3D4E63"/>
                </a:solidFill>
                <a:latin typeface="Microsoft YaHei"/>
                <a:ea typeface="Microsoft YaHei"/>
              </a:rPr>
              <a:t>模型对比接口、示例题、训练说明文档，供苏学长做演示界面</a:t>
            </a:r>
          </a:p>
          <a:p>
            <a:pPr algn="l">
              <a:spcAft>
                <a:spcPts val="0"/>
              </a:spcAft>
            </a:pPr>
            <a:r>
              <a:rPr sz="1200" b="0" lang="zh-CN">
                <a:solidFill>
                  <a:srgbClr val="8C8577"/>
                </a:solidFill>
                <a:latin typeface="Arial"/>
                <a:ea typeface="Microsoft YaHei"/>
              </a:rPr>
              <a:t>Comparison API, example questions, training notes for the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lang="zh-CN">
                <a:solidFill>
                  <a:srgbClr val="14263B"/>
                </a:solidFill>
                <a:latin typeface="Microsoft YaHei"/>
                <a:ea typeface="Microsoft YaHei"/>
              </a:rPr>
              <a:t>四个模型对比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zh-CN">
                <a:solidFill>
                  <a:srgbClr val="8C8577"/>
                </a:solidFill>
                <a:latin typeface="Arial"/>
                <a:ea typeface="Microsoft YaHei"/>
              </a:rPr>
              <a:t>Four 35B models compared (higher is better unless ↓)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17320"/>
                <a:gridCol w="1600200"/>
                <a:gridCol w="1417320"/>
                <a:gridCol w="1417320"/>
                <a:gridCol w="1463040"/>
                <a:gridCol w="137160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  <a:p>
                      <a:pPr algn="l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Model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SLAKE 是非题</a:t>
                      </a:r>
                    </a:p>
                    <a:p>
                      <a:pPr algn="ctr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Medical VQA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敢说「不确定」/55</a:t>
                      </a:r>
                    </a:p>
                    <a:p>
                      <a:pPr algn="ctr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PubMedQA maybe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病理图 PathVQA</a:t>
                      </a:r>
                    </a:p>
                    <a:p>
                      <a:pPr algn="ctr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Pathology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医师考试 MedQA</a:t>
                      </a:r>
                    </a:p>
                    <a:p>
                      <a:pPr algn="ctr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Med knowledge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胸片描述漏报 ↓</a:t>
                      </a:r>
                    </a:p>
                    <a:p>
                      <a:pPr algn="ctr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Missed in description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区分能力</a:t>
                      </a:r>
                    </a:p>
                    <a:p>
                      <a:pPr algn="ctr"/>
                      <a:r>
                        <a:rPr sz="1100" b="0" lang="zh-CN">
                          <a:solidFill>
                            <a:srgbClr val="C9D3E0"/>
                          </a:solidFill>
                          <a:latin typeface="Arial"/>
                          <a:ea typeface="Microsoft YaHei"/>
                        </a:rPr>
                        <a:t>Discrimination</a:t>
                      </a:r>
                    </a:p>
                  </a:txBody>
                  <a:tcPr marL="73152" marR="73152" anchor="ctr">
                    <a:solidFill>
                      <a:srgbClr val="14263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zh-CN">
                          <a:solidFill>
                            <a:srgbClr val="0E67B5"/>
                          </a:solidFill>
                          <a:latin typeface="Microsoft YaHei"/>
                          <a:ea typeface="Microsoft YaHei"/>
                        </a:rPr>
                        <a:t>原版</a:t>
                      </a:r>
                    </a:p>
                    <a:p>
                      <a:pPr algn="l"/>
                      <a:r>
                        <a:rPr sz="1100" b="0" lang="zh-CN">
                          <a:solidFill>
                            <a:srgbClr val="8C8577"/>
                          </a:solidFill>
                          <a:latin typeface="Arial"/>
                          <a:ea typeface="Microsoft YaHei"/>
                        </a:rPr>
                        <a:t>Base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84.4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80.1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85.0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29.2%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52.2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zh-CN">
                          <a:solidFill>
                            <a:srgbClr val="B8860B"/>
                          </a:solidFill>
                          <a:latin typeface="Arial"/>
                          <a:ea typeface="Microsoft YaHei"/>
                        </a:rPr>
                        <a:t>S2-2datasets</a:t>
                      </a:r>
                    </a:p>
                    <a:p>
                      <a:pPr algn="l"/>
                      <a:r>
                        <a:rPr sz="1100" b="0" lang="zh-CN">
                          <a:solidFill>
                            <a:srgbClr val="8C8577"/>
                          </a:solidFill>
                          <a:latin typeface="Arial"/>
                          <a:ea typeface="Microsoft YaHei"/>
                        </a:rPr>
                        <a:t>deployed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94.5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22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76.8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83.6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68.5%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26.4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S2-6datasets</a:t>
                      </a:r>
                    </a:p>
                    <a:p>
                      <a:pPr algn="l"/>
                      <a:r>
                        <a:rPr sz="1100" b="0" lang="zh-CN">
                          <a:solidFill>
                            <a:srgbClr val="8C8577"/>
                          </a:solidFill>
                          <a:latin typeface="Arial"/>
                          <a:ea typeface="Microsoft YaHei"/>
                        </a:rPr>
                        <a:t>6 datasets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94.7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23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92.7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85.3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13.8%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57.2</a:t>
                      </a:r>
                    </a:p>
                  </a:txBody>
                  <a:tcPr marL="73152" marR="73152" anchor="ctr">
                    <a:solidFill>
                      <a:srgbClr val="FDFA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zh-CN">
                          <a:solidFill>
                            <a:srgbClr val="8E44AD"/>
                          </a:solidFill>
                          <a:latin typeface="Arial"/>
                          <a:ea typeface="Microsoft YaHei"/>
                        </a:rPr>
                        <a:t>S2-CheXpertPlus</a:t>
                      </a:r>
                    </a:p>
                    <a:p>
                      <a:pPr algn="l"/>
                      <a:r>
                        <a:rPr sz="1100" b="0" lang="zh-CN">
                          <a:solidFill>
                            <a:srgbClr val="8C8577"/>
                          </a:solidFill>
                          <a:latin typeface="Arial"/>
                          <a:ea typeface="Microsoft YaHei"/>
                        </a:rPr>
                        <a:t>X-ray reports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83.9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78.6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84.5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zh-CN">
                          <a:solidFill>
                            <a:srgbClr val="14263B"/>
                          </a:solidFill>
                          <a:latin typeface="Arial"/>
                          <a:ea typeface="Microsoft YaHei"/>
                        </a:rPr>
                        <a:t>14.0%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zh-CN">
                          <a:solidFill>
                            <a:srgbClr val="1F8A70"/>
                          </a:solidFill>
                          <a:latin typeface="Arial"/>
                          <a:ea typeface="Microsoft YaHei"/>
                        </a:rPr>
                        <a:t>59.6</a:t>
                      </a:r>
                    </a:p>
                  </a:txBody>
                  <a:tcPr marL="73152" marR="73152" anchor="ctr">
                    <a:solidFill>
                      <a:srgbClr val="EFE7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lang="zh-CN">
                <a:solidFill>
                  <a:srgbClr val="3D4E63"/>
                </a:solidFill>
                <a:latin typeface="Microsoft YaHei"/>
                <a:ea typeface="Microsoft YaHei"/>
              </a:rPr>
              <a:t>绿色为最好。外部数据集对 S2-6datasets 属于练过同类题（没练过测试题）；每个模型只训练一次。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8C8577"/>
                </a:solidFill>
                <a:latin typeface="Arial"/>
                <a:ea typeface="Microsoft YaHei"/>
              </a:rPr>
              <a:t>Green = best. External sets are in-domain for S2-6datasets; single training run per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lang="zh-CN">
                <a:solidFill>
                  <a:srgbClr val="14263B"/>
                </a:solidFill>
                <a:latin typeface="Microsoft YaHei"/>
                <a:ea typeface="Microsoft YaHei"/>
              </a:rPr>
              <a:t>主要发现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zh-CN">
                <a:solidFill>
                  <a:srgbClr val="8C8577"/>
                </a:solidFill>
                <a:latin typeface="Arial"/>
                <a:ea typeface="Microsoft YaHei"/>
              </a:rP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669280" cy="466344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2240280"/>
          <a:ext cx="5303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1783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lang="zh-CN">
                <a:solidFill>
                  <a:srgbClr val="14263B"/>
                </a:solidFill>
                <a:latin typeface="Microsoft YaHei"/>
                <a:ea typeface="Microsoft YaHei"/>
              </a:rPr>
              <a:t>成人胸片：病片被描述成「正常」的比例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8C8577"/>
                </a:solidFill>
                <a:latin typeface="Arial"/>
                <a:ea typeface="Microsoft YaHei"/>
              </a:rPr>
              <a:t>Abnormal X-rays described as normal (3,189 films) 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20840" y="1874519"/>
            <a:ext cx="457200" cy="457200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2880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lang="zh-CN">
                <a:solidFill>
                  <a:srgbClr val="14263B"/>
                </a:solidFill>
                <a:latin typeface="Microsoft YaHei"/>
                <a:ea typeface="Microsoft YaHei"/>
              </a:rPr>
              <a:t>数据决定可靠性</a:t>
            </a:r>
          </a:p>
          <a:p>
            <a:pPr algn="l">
              <a:spcAft>
                <a:spcPts val="200"/>
              </a:spcAft>
            </a:pPr>
            <a:r>
              <a:rPr sz="1400" b="0" lang="zh-CN">
                <a:solidFill>
                  <a:srgbClr val="3D4E63"/>
                </a:solidFill>
                <a:latin typeface="Microsoft YaHei"/>
                <a:ea typeface="Microsoft YaHei"/>
              </a:rPr>
              <a:t>加入更多种类的医学数据，或专门的胸片报告，描述漏报都从 68.5% 降到 14% 左右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8C8577"/>
                </a:solidFill>
                <a:latin typeface="Arial"/>
                <a:ea typeface="Microsoft YaHei"/>
              </a:rPr>
              <a:t>Data, not architecture, fixes missed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4612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20840" y="347472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42900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lang="zh-CN">
                <a:solidFill>
                  <a:srgbClr val="14263B"/>
                </a:solidFill>
                <a:latin typeface="Microsoft YaHei"/>
                <a:ea typeface="Microsoft YaHei"/>
              </a:rPr>
              <a:t>各有所长</a:t>
            </a:r>
          </a:p>
          <a:p>
            <a:pPr algn="l">
              <a:spcAft>
                <a:spcPts val="200"/>
              </a:spcAft>
            </a:pPr>
            <a:r>
              <a:rPr sz="1400" b="0" lang="zh-CN">
                <a:solidFill>
                  <a:srgbClr val="3D4E63"/>
                </a:solidFill>
                <a:latin typeface="Microsoft YaHei"/>
                <a:ea typeface="Microsoft YaHei"/>
              </a:rPr>
              <a:t>S2-6datasets 最全面；S2-CheXpertPlus 胸片描述最平衡、误报 25%；其他问答回到原版水平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8C8577"/>
                </a:solidFill>
                <a:latin typeface="Arial"/>
                <a:ea typeface="Microsoft YaHei"/>
              </a:rPr>
              <a:t>6datasets: all-round · CheXpertPlus: best on X-ray reports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84632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FDFAF2"/>
          </a:solidFill>
          <a:ln w="12700">
            <a:solidFill>
              <a:srgbClr val="D8C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5074920"/>
            <a:ext cx="457200" cy="457200"/>
          </a:xfrm>
          <a:prstGeom prst="ellipse">
            <a:avLst/>
          </a:prstGeom>
          <a:solidFill>
            <a:srgbClr val="0E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502920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lang="zh-CN">
                <a:solidFill>
                  <a:srgbClr val="14263B"/>
                </a:solidFill>
                <a:latin typeface="Microsoft YaHei"/>
                <a:ea typeface="Microsoft YaHei"/>
              </a:rPr>
              <a:t>判断方法可信</a:t>
            </a:r>
          </a:p>
          <a:p>
            <a:pPr algn="l">
              <a:spcAft>
                <a:spcPts val="200"/>
              </a:spcAft>
            </a:pPr>
            <a:r>
              <a:rPr sz="1400" b="0" lang="zh-CN">
                <a:solidFill>
                  <a:srgbClr val="3D4E63"/>
                </a:solidFill>
                <a:latin typeface="Microsoft YaHei"/>
                <a:ea typeface="Microsoft YaHei"/>
              </a:rPr>
              <a:t>CheXbert 复核 S2-6datasets：漏报 11.2%，与关键词判断逐条一致 95.6%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8C8577"/>
                </a:solidFill>
                <a:latin typeface="Arial"/>
                <a:ea typeface="Microsoft YaHei"/>
              </a:rPr>
              <a:t>Findings hold with an independent judge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lang="zh-CN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zh-CN">
                <a:solidFill>
                  <a:srgbClr val="C9D3E0"/>
                </a:solidFill>
                <a:latin typeface="Arial"/>
                <a:ea typeface="Microsoft YaHei"/>
              </a:rPr>
              <a:t>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828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Microsoft YaHei"/>
                <a:ea typeface="Microsoft YaHei"/>
              </a:rPr>
              <a:t>上线 S2-6datasets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lang="zh-CN">
                <a:solidFill>
                  <a:srgbClr val="FFFFFF"/>
                </a:solidFill>
                <a:latin typeface="Microsoft YaHei"/>
                <a:ea typeface="Microsoft YaHei"/>
              </a:rPr>
              <a:t>替换现在部署的模型（等世龙同意，不用动他的文件）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C9D3E0"/>
                </a:solidFill>
                <a:latin typeface="Arial"/>
                <a:ea typeface="Microsoft YaHei"/>
              </a:rPr>
              <a:t>Deploy S2-6datasets in the shared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62072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136391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923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Microsoft YaHei"/>
                <a:ea typeface="Microsoft YaHei"/>
              </a:rPr>
              <a:t>论文系统功能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53512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lang="zh-CN">
                <a:solidFill>
                  <a:srgbClr val="FFFFFF"/>
                </a:solidFill>
                <a:latin typeface="Microsoft YaHei"/>
                <a:ea typeface="Microsoft YaHei"/>
              </a:rPr>
              <a:t>一致性检查：问答与描述矛盾时提醒；回答「不确定」时提示人工复核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C9D3E0"/>
                </a:solidFill>
                <a:latin typeface="Arial"/>
                <a:ea typeface="Microsoft YaHei"/>
              </a:rPr>
              <a:t>Reliability features: consistency check, uncertainty alert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3250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0E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16966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Microsoft YaHei"/>
                <a:ea typeface="Microsoft YaHei"/>
              </a:rPr>
              <a:t>中文问答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23944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lang="zh-CN">
                <a:solidFill>
                  <a:srgbClr val="FFFFFF"/>
                </a:solidFill>
                <a:latin typeface="Microsoft YaHei"/>
                <a:ea typeface="Microsoft YaHei"/>
              </a:rPr>
              <a:t>SLAKE 自带中文题（测试 1,033 道），先测中文表现，再加中文与翻译数据训练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C9D3E0"/>
                </a:solidFill>
                <a:latin typeface="Arial"/>
                <a:ea typeface="Microsoft YaHei"/>
              </a:rPr>
              <a:t>Chinese QA with SLAKE-zh and translated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02936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477255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4009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Microsoft YaHei"/>
                <a:ea typeface="Microsoft YaHei"/>
              </a:rPr>
              <a:t>结果确认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294375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lang="zh-CN">
                <a:solidFill>
                  <a:srgbClr val="FFFFFF"/>
                </a:solidFill>
                <a:latin typeface="Microsoft YaHei"/>
                <a:ea typeface="Microsoft YaHei"/>
              </a:rPr>
              <a:t>用种子 43 复训 S2-6datasets；CheXbert 判完全部模型；论文题目 10/16 定稿</a:t>
            </a:r>
          </a:p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C9D3E0"/>
                </a:solidFill>
                <a:latin typeface="Arial"/>
                <a:ea typeface="Microsoft YaHei"/>
              </a:rPr>
              <a:t>Second seed, full CheXbert scoring, thesis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